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6" r:id="rId9"/>
    <p:sldId id="267" r:id="rId10"/>
    <p:sldId id="268" r:id="rId11"/>
    <p:sldId id="269" r:id="rId12"/>
    <p:sldId id="270" r:id="rId13"/>
    <p:sldId id="271" r:id="rId14"/>
    <p:sldId id="26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404224-47B2-4D9E-9F70-563030D03D8E}" v="20" dt="2025-01-17T20:48:32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smtClean="0"/>
              <a:t>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14650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smtClean="0"/>
              <a:t>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210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smtClean="0"/>
              <a:t>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90845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smtClean="0"/>
              <a:t>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689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smtClean="0"/>
              <a:t>1/17/2025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453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smtClean="0"/>
              <a:t>1/17/2025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671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smtClean="0"/>
              <a:t>1/17/2025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50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smtClean="0"/>
              <a:t>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029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smtClean="0"/>
              <a:t>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107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smtClean="0"/>
              <a:t>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744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smtClean="0"/>
              <a:t>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977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smtClean="0"/>
              <a:t>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05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>
            <a:noAutofit/>
          </a:bodyPr>
          <a:lstStyle/>
          <a:p>
            <a:r>
              <a:rPr lang="ru-RU" sz="4400" dirty="0"/>
              <a:t>Реализиране на уеб базирана информационна система за следене натовареността на учебни зали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7372" y="5171017"/>
            <a:ext cx="9418320" cy="1691640"/>
          </a:xfrm>
        </p:spPr>
        <p:txBody>
          <a:bodyPr anchor="b">
            <a:noAutofit/>
          </a:bodyPr>
          <a:lstStyle/>
          <a:p>
            <a:r>
              <a:rPr lang="ru-RU" sz="3200" dirty="0"/>
              <a:t>Любомир </a:t>
            </a:r>
            <a:r>
              <a:rPr lang="ru-RU" sz="3200" err="1"/>
              <a:t>Ламбрев</a:t>
            </a:r>
            <a:br>
              <a:rPr lang="en-US" sz="3200" dirty="0"/>
            </a:br>
            <a:r>
              <a:rPr lang="ru-RU" sz="3200" err="1"/>
              <a:t>Факултетен</a:t>
            </a:r>
            <a:r>
              <a:rPr lang="ru-RU" sz="3200" dirty="0"/>
              <a:t> номер: 614973</a:t>
            </a:r>
            <a:br>
              <a:rPr lang="en-US" sz="1600" dirty="0"/>
            </a:b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499055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Обзор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200000"/>
              </a:lnSpc>
            </a:pPr>
            <a:r>
              <a:rPr lang="bg-BG" sz="2400" dirty="0"/>
              <a:t>Сайт (видима / предна част)</a:t>
            </a:r>
          </a:p>
          <a:p>
            <a:pPr>
              <a:lnSpc>
                <a:spcPct val="200000"/>
              </a:lnSpc>
            </a:pPr>
            <a:r>
              <a:rPr lang="bg-BG" sz="2400" dirty="0"/>
              <a:t>База данни</a:t>
            </a:r>
          </a:p>
          <a:p>
            <a:pPr>
              <a:lnSpc>
                <a:spcPct val="200000"/>
              </a:lnSpc>
            </a:pPr>
            <a:r>
              <a:rPr lang="bg-BG" sz="2400" dirty="0"/>
              <a:t>Приложение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01903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Цели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bg-BG" sz="2400" dirty="0"/>
              <a:t>Определяне на потребител и достъп</a:t>
            </a:r>
          </a:p>
          <a:p>
            <a:pPr>
              <a:lnSpc>
                <a:spcPct val="150000"/>
              </a:lnSpc>
            </a:pPr>
            <a:r>
              <a:rPr lang="bg-BG" sz="2400" dirty="0"/>
              <a:t>Възможност заемане на стая от неадминистративни потребители</a:t>
            </a:r>
          </a:p>
          <a:p>
            <a:pPr>
              <a:lnSpc>
                <a:spcPct val="150000"/>
              </a:lnSpc>
            </a:pPr>
            <a:r>
              <a:rPr lang="bg-BG" sz="2400" dirty="0"/>
              <a:t>Въвеждане и премахване на данни</a:t>
            </a:r>
          </a:p>
          <a:p>
            <a:pPr>
              <a:lnSpc>
                <a:spcPct val="150000"/>
              </a:lnSpc>
            </a:pPr>
            <a:r>
              <a:rPr lang="bg-BG" sz="2400" dirty="0"/>
              <a:t>Търсене в системата по дата, час, стая</a:t>
            </a:r>
          </a:p>
        </p:txBody>
      </p:sp>
    </p:spTree>
    <p:extLst>
      <p:ext uri="{BB962C8B-B14F-4D97-AF65-F5344CB8AC3E}">
        <p14:creationId xmlns:p14="http://schemas.microsoft.com/office/powerpoint/2010/main" val="142795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bg-BG" dirty="0"/>
              <a:t>Използвани технологии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HTML – CSS – JavaScript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 PostgreSQL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997" y="1828800"/>
            <a:ext cx="3486150" cy="16859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267" y="4004468"/>
            <a:ext cx="2125548" cy="219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8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bg-BG" dirty="0"/>
              <a:t>Използвани технологии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Python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PyCharm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Psycopg2 -</a:t>
            </a:r>
            <a:r>
              <a:rPr lang="bg-BG" sz="2400" dirty="0"/>
              <a:t> Адаптер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Flask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745" y="1150937"/>
            <a:ext cx="1095375" cy="1200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618" y="2488565"/>
            <a:ext cx="2241707" cy="16825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745" y="5256305"/>
            <a:ext cx="3279447" cy="106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5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Приложения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bg-BG" sz="2800" dirty="0"/>
              <a:t>Други университети, учебни заведения</a:t>
            </a:r>
          </a:p>
          <a:p>
            <a:r>
              <a:rPr lang="bg-BG" sz="2800" dirty="0"/>
              <a:t>Конферентни зали</a:t>
            </a:r>
          </a:p>
          <a:p>
            <a:r>
              <a:rPr lang="bg-BG" sz="2800" dirty="0"/>
              <a:t>Всяка стая или стаи които имат асоцииран час и/или дата към тях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48393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821" y="1845426"/>
            <a:ext cx="4017138" cy="2473036"/>
          </a:xfrm>
        </p:spPr>
        <p:txBody>
          <a:bodyPr>
            <a:normAutofit fontScale="90000"/>
          </a:bodyPr>
          <a:lstStyle/>
          <a:p>
            <a:r>
              <a:rPr lang="bg-BG" dirty="0"/>
              <a:t>Структура на база данни</a:t>
            </a:r>
            <a:br>
              <a:rPr lang="bg-BG" dirty="0"/>
            </a:br>
            <a:r>
              <a:rPr lang="en-US" dirty="0"/>
              <a:t>( </a:t>
            </a:r>
            <a:r>
              <a:rPr lang="bg-BG" dirty="0"/>
              <a:t>релационна диаграма </a:t>
            </a:r>
            <a:r>
              <a:rPr lang="en-US" dirty="0"/>
              <a:t>)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959" y="0"/>
            <a:ext cx="6981091" cy="6858000"/>
          </a:xfrm>
        </p:spPr>
      </p:pic>
    </p:spTree>
    <p:extLst>
      <p:ext uri="{BB962C8B-B14F-4D97-AF65-F5344CB8AC3E}">
        <p14:creationId xmlns:p14="http://schemas.microsoft.com/office/powerpoint/2010/main" val="3942483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Основна таблица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1322"/>
            <a:ext cx="11213432" cy="4841454"/>
          </a:xfrm>
        </p:spPr>
      </p:pic>
    </p:spTree>
    <p:extLst>
      <p:ext uri="{BB962C8B-B14F-4D97-AF65-F5344CB8AC3E}">
        <p14:creationId xmlns:p14="http://schemas.microsoft.com/office/powerpoint/2010/main" val="3608397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575" y="2634118"/>
            <a:ext cx="3135199" cy="1325562"/>
          </a:xfrm>
        </p:spPr>
        <p:txBody>
          <a:bodyPr/>
          <a:lstStyle/>
          <a:p>
            <a:r>
              <a:rPr lang="bg-BG" dirty="0"/>
              <a:t>Алгоритъм на сайта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1" y="93529"/>
            <a:ext cx="5324474" cy="6764472"/>
          </a:xfrm>
        </p:spPr>
      </p:pic>
    </p:spTree>
    <p:extLst>
      <p:ext uri="{BB962C8B-B14F-4D97-AF65-F5344CB8AC3E}">
        <p14:creationId xmlns:p14="http://schemas.microsoft.com/office/powerpoint/2010/main" val="3624756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Интерфейс </a:t>
            </a:r>
            <a:r>
              <a:rPr lang="en-US" dirty="0"/>
              <a:t>I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725" y="1028541"/>
            <a:ext cx="3765664" cy="5116014"/>
          </a:xfrm>
        </p:spPr>
      </p:pic>
      <p:sp>
        <p:nvSpPr>
          <p:cNvPr id="3" name="TextBox 2"/>
          <p:cNvSpPr txBox="1"/>
          <p:nvPr/>
        </p:nvSpPr>
        <p:spPr>
          <a:xfrm>
            <a:off x="1261872" y="3605381"/>
            <a:ext cx="34451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800" dirty="0"/>
              <a:t>Начална страница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54213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Интерфейс </a:t>
            </a:r>
            <a:r>
              <a:rPr lang="en-US" dirty="0"/>
              <a:t>II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72" y="3474800"/>
            <a:ext cx="8594725" cy="2910650"/>
          </a:xfrm>
        </p:spPr>
      </p:pic>
      <p:sp>
        <p:nvSpPr>
          <p:cNvPr id="5" name="TextBox 4"/>
          <p:cNvSpPr txBox="1"/>
          <p:nvPr/>
        </p:nvSpPr>
        <p:spPr>
          <a:xfrm>
            <a:off x="1261872" y="2321451"/>
            <a:ext cx="1957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800" dirty="0"/>
              <a:t>Резултати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22478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723207"/>
          </a:xfrm>
        </p:spPr>
        <p:txBody>
          <a:bodyPr anchor="t"/>
          <a:lstStyle/>
          <a:p>
            <a:r>
              <a:rPr lang="bg-BG" dirty="0"/>
              <a:t>Интерфейс </a:t>
            </a:r>
            <a:r>
              <a:rPr lang="en-US" dirty="0"/>
              <a:t>III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72" y="1791996"/>
            <a:ext cx="7977378" cy="5066004"/>
          </a:xfrm>
        </p:spPr>
      </p:pic>
      <p:sp>
        <p:nvSpPr>
          <p:cNvPr id="5" name="TextBox 4"/>
          <p:cNvSpPr txBox="1"/>
          <p:nvPr/>
        </p:nvSpPr>
        <p:spPr>
          <a:xfrm>
            <a:off x="1261872" y="1178871"/>
            <a:ext cx="1957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800" dirty="0"/>
              <a:t>Резултати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98424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Интерфейс </a:t>
            </a:r>
            <a:r>
              <a:rPr lang="en-US" dirty="0"/>
              <a:t>IV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568" y="365760"/>
            <a:ext cx="2946417" cy="5863590"/>
          </a:xfrm>
        </p:spPr>
      </p:pic>
      <p:sp>
        <p:nvSpPr>
          <p:cNvPr id="5" name="TextBox 4"/>
          <p:cNvSpPr txBox="1"/>
          <p:nvPr/>
        </p:nvSpPr>
        <p:spPr>
          <a:xfrm>
            <a:off x="1261872" y="2820501"/>
            <a:ext cx="48313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Формуляр за резервиране на стая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26834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692640" cy="698500"/>
          </a:xfrm>
        </p:spPr>
        <p:txBody>
          <a:bodyPr anchor="t"/>
          <a:lstStyle/>
          <a:p>
            <a:r>
              <a:rPr lang="bg-BG" dirty="0"/>
              <a:t>Демонстрация</a:t>
            </a:r>
            <a:endParaRPr lang="en-US" dirty="0"/>
          </a:p>
        </p:txBody>
      </p:sp>
      <p:pic>
        <p:nvPicPr>
          <p:cNvPr id="4" name="2024-07-14 01-54-46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278" y="-1"/>
            <a:ext cx="12192278" cy="6858001"/>
          </a:xfrm>
        </p:spPr>
      </p:pic>
    </p:spTree>
    <p:extLst>
      <p:ext uri="{BB962C8B-B14F-4D97-AF65-F5344CB8AC3E}">
        <p14:creationId xmlns:p14="http://schemas.microsoft.com/office/powerpoint/2010/main" val="145418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641</TotalTime>
  <Words>117</Words>
  <Application>Microsoft Office PowerPoint</Application>
  <PresentationFormat>Широк екран</PresentationFormat>
  <Paragraphs>42</Paragraphs>
  <Slides>14</Slides>
  <Notes>0</Notes>
  <HiddenSlides>0</HiddenSlides>
  <MMClips>1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14</vt:i4>
      </vt:variant>
    </vt:vector>
  </HeadingPairs>
  <TitlesOfParts>
    <vt:vector size="15" baseType="lpstr">
      <vt:lpstr>View</vt:lpstr>
      <vt:lpstr>Реализиране на уеб базирана информационна система за следене натовареността на учебни зали</vt:lpstr>
      <vt:lpstr>Обзор</vt:lpstr>
      <vt:lpstr>Цели</vt:lpstr>
      <vt:lpstr>Използвани технологии</vt:lpstr>
      <vt:lpstr>Използвани технологии</vt:lpstr>
      <vt:lpstr>Приложения</vt:lpstr>
      <vt:lpstr>Структура на база данни ( релационна диаграма )</vt:lpstr>
      <vt:lpstr>Основна таблица</vt:lpstr>
      <vt:lpstr>Алгоритъм на сайта</vt:lpstr>
      <vt:lpstr>Интерфейс I</vt:lpstr>
      <vt:lpstr>Интерфейс II</vt:lpstr>
      <vt:lpstr>Интерфейс III</vt:lpstr>
      <vt:lpstr>Интерфейс IV</vt:lpstr>
      <vt:lpstr>Демонстрация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Реализиране на уеб базирана информационна система за следене натовареността на учебни зали</dc:title>
  <dc:creator>Emo PC</dc:creator>
  <cp:lastModifiedBy>Emo PC</cp:lastModifiedBy>
  <cp:revision>46</cp:revision>
  <dcterms:created xsi:type="dcterms:W3CDTF">2024-07-12T19:20:02Z</dcterms:created>
  <dcterms:modified xsi:type="dcterms:W3CDTF">2025-01-17T20:59:54Z</dcterms:modified>
</cp:coreProperties>
</file>